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7" r:id="rId4"/>
  </p:sldMasterIdLst>
  <p:sldIdLst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</p:sldIdLst>
  <p:sldSz cx="6858000" cy="9906000" type="A4"/>
  <p:notesSz cx="9906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96" y="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尹翠翠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女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38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2025年12月03日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 hasCustomPrompt="1"/>
          </p:nvPr>
        </p:nvSpPr>
        <p:spPr>
          <a:xfrm>
            <a:off x="657225" y="850900"/>
            <a:ext cx="5543550" cy="8110538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存在问题：</a:t>
            </a: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1.尿常规异常：隐血3+  </a:t>
            </a: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2.乙肝病毒感染，乙肝表面抗原结果显著升高</a:t>
            </a: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建议：</a:t>
            </a: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1.针对尿常规异常，建议立即就医复查，以明确病因。多饮水，增加尿量</a:t>
            </a: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2.针对乙肝表面抗原异常，建议尽快到感染科或肝病科就诊，进一步完善乙肝五项等检查，明确乙肝感染状态。避免过度劳累，保持健康生活方式。</a:t>
            </a: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330" y="9103995"/>
            <a:ext cx="546989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 panose="020B0503020204020204" pitchFamily="34" charset="-122"/>
                <a:cs typeface="微软雅黑" panose="020B0503020204020204" pitchFamily="34" charset="-122"/>
              </a:rPr>
              <a:t>检查日期：</a:t>
            </a:r>
            <a:r>
              <a:rPr sz="1800" spc="-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sz="1800" spc="-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sz="1800" spc="-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sz="1800" spc="-5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en-US" sz="1800" spc="-5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sz="1800" spc="-1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总检医师：谈亚利</a:t>
            </a:r>
            <a:endParaRPr sz="1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WPS 演示</Application>
  <PresentationFormat>A4 纸张(210x297 毫米)</PresentationFormat>
  <Paragraphs>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 Light</vt:lpstr>
      <vt:lpstr>微软雅黑</vt:lpstr>
      <vt:lpstr>等线</vt:lpstr>
      <vt:lpstr>Arial Unicode MS</vt:lpstr>
      <vt:lpstr>等线 Light</vt:lpstr>
      <vt:lpstr>Calibri</vt:lpstr>
      <vt:lpstr>Office Theme</vt:lpstr>
      <vt:lpstr>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Health Manage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员工体检报告</dc:title>
  <dc:creator>Health Manage AI</dc:creator>
  <dc:subject>员工体检报告</dc:subject>
  <cp:lastModifiedBy>康复诊室</cp:lastModifiedBy>
  <cp:revision>4</cp:revision>
  <dcterms:created xsi:type="dcterms:W3CDTF">2025-12-03T09:20:00Z</dcterms:created>
  <dcterms:modified xsi:type="dcterms:W3CDTF">2025-12-06T06:46:35Z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4A289D3C95524D1CBC9795F8AC092209</vt:lpwstr>
  </property>
  <property fmtid="{D5CDD505-2E9C-101B-9397-08002B2CF9AE}" pid="3" name="KSOProductBuildVer">
    <vt:lpwstr>2052-11.8.2.11019</vt:lpwstr>
  </property>
</Properties>
</file>