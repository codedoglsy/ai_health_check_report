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7" r:id="rId4"/>
  </p:sldMasterIdLst>
  <p:notesMasterIdLst>
    <p:notesMasterId r:id="rId17"/>
  </p:notesMasterIdLst>
  <p:sldIdLst>
    <p:sldId id="265" r:id="rId5"/>
    <p:sldId id="257" r:id="rId6"/>
    <p:sldId id="258" r:id="rId7"/>
    <p:sldId id="259" r:id="rId8"/>
    <p:sldId id="260" r:id="rId9"/>
    <p:sldId id="261" r:id="rId10"/>
    <p:sldId id="262" r:id="rId11"/>
    <p:sldId id="268" r:id="rId12"/>
    <p:sldId id="269" r:id="rId13"/>
    <p:sldId id="270" r:id="rId14"/>
    <p:sldId id="264" r:id="rId15"/>
    <p:sldId id="266" r:id="rId16"/>
    <p:sldId id="267" r:id="rId18"/>
  </p:sldIdLst>
  <p:sldSz cx="6858000" cy="9906000" type="A4"/>
  <p:notesSz cx="9906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0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11108" y="0"/>
            <a:ext cx="42926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0600" y="3300413"/>
            <a:ext cx="79248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2926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11108" y="6513910"/>
            <a:ext cx="42926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张武林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男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59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2025年12月</a:t>
            </a:r>
            <a:r>
              <a:rPr lang="en-US" altLang="zh-CN" dirty="0"/>
              <a:t>11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18" y="840400"/>
            <a:ext cx="6007163" cy="85289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137" y="815770"/>
            <a:ext cx="6101726" cy="86502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68" y="872049"/>
            <a:ext cx="5958664" cy="8516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88" y="849644"/>
            <a:ext cx="5989624" cy="84875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20" y="832632"/>
            <a:ext cx="6019759" cy="8504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748" y="897972"/>
            <a:ext cx="6076503" cy="85317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840" y="794941"/>
            <a:ext cx="6102320" cy="856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522" y="817811"/>
            <a:ext cx="6153456" cy="85708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963" y="838871"/>
            <a:ext cx="5930074" cy="8511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-823028" y="1944561"/>
            <a:ext cx="8504054" cy="63235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 hasCustomPrompt="1"/>
          </p:nvPr>
        </p:nvSpPr>
        <p:spPr>
          <a:xfrm>
            <a:off x="831215" y="850900"/>
            <a:ext cx="5369560" cy="7553325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zh-CN" altLang="en-US" sz="8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8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5340" y="834390"/>
            <a:ext cx="5385435" cy="7570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存在问题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肝功能异常：胆红素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总、间接）升高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丙型肝炎抗体阳性：提示可能曾感染或正在感染丙型肝炎病毒。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针对丙型肝炎抗体阳性，肝功能异常，建议尽快到感染科或肝病科就诊，完善检查以明确诊断。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检查日期：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总检医师：谈亚利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WPS 演示</Application>
  <PresentationFormat>A4 纸张(210x297 毫米)</PresentationFormat>
  <Paragraphs>48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微软雅黑 Light</vt:lpstr>
      <vt:lpstr>微软雅黑</vt:lpstr>
      <vt:lpstr>等线</vt:lpstr>
      <vt:lpstr>Arial Unicode MS</vt:lpstr>
      <vt:lpstr>等线 Light</vt:lpstr>
      <vt:lpstr>Calibri</vt:lpstr>
      <vt:lpstr>Office Theme</vt:lpstr>
      <vt:lpstr>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Health Manage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员工体检报告</dc:title>
  <dc:creator>Health Manage AI</dc:creator>
  <dc:subject>员工体检报告</dc:subject>
  <cp:lastModifiedBy>银杏舍医务室2</cp:lastModifiedBy>
  <cp:revision>13</cp:revision>
  <dcterms:created xsi:type="dcterms:W3CDTF">2025-12-03T01:56:00Z</dcterms:created>
  <dcterms:modified xsi:type="dcterms:W3CDTF">2025-12-11T03:09:16Z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B69458E720814444A23278A5C651204D</vt:lpwstr>
  </property>
  <property fmtid="{D5CDD505-2E9C-101B-9397-08002B2CF9AE}" pid="3" name="KSOProductBuildVer">
    <vt:lpwstr>2052-11.8.2.11019</vt:lpwstr>
  </property>
</Properties>
</file>