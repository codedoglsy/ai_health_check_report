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  <p:sldMasterId id="2147483657" r:id="rId4"/>
  </p:sldMasterIdLst>
  <p:sldIdLst>
    <p:sldId id="265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</p:sldIdLst>
  <p:sldSz cx="6858000" cy="9906000" type="A4"/>
  <p:notesSz cx="9906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298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image" Target="../media/image2.emf"/><Relationship Id="rId3" Type="http://schemas.openxmlformats.org/officeDocument/2006/relationships/image" Target="../media/image1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image" Target="../media/image2.emf"/><Relationship Id="rId3" Type="http://schemas.openxmlformats.org/officeDocument/2006/relationships/image" Target="../media/image1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  <a:endParaRPr kumimoji="1" lang="zh-CN" altLang="en-US" sz="6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  <a:endParaRPr lang="en-US" altLang="zh-CN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12153" y="976313"/>
            <a:ext cx="5729416" cy="82359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  <a:endParaRPr lang="zh-CN" altLang="en-US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/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  <a:endParaRPr lang="zh-CN" altLang="en-US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  <a:endParaRPr kumimoji="1" lang="zh-CN" altLang="en-US" sz="6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  <a:endParaRPr lang="en-US" altLang="zh-CN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12153" y="976313"/>
            <a:ext cx="5729416" cy="82359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  <a:endParaRPr lang="zh-CN" altLang="en-US" noProof="1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/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  <a:endParaRPr lang="zh-CN" altLang="en-US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7" Type="http://schemas.openxmlformats.org/officeDocument/2006/relationships/theme" Target="../theme/theme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7" Type="http://schemas.openxmlformats.org/officeDocument/2006/relationships/theme" Target="../theme/theme3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王二闯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男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 dirty="0"/>
              <a:t>35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 dirty="0"/>
              <a:t>2025年12月03日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存在问题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乙肝病毒感染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建议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尽快到医院感染科或肝病专科就诊，进一步进行乙肝五项等检查，以明确乙肝病毒感染的具体情况。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注意休息，避免劳累，饮食清淡。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绝对禁酒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4.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定期复查，动态监测病情变化。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endParaRPr lang="zh-CN" altLang="en-US" sz="1400" noProof="1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</Words>
  <Application>WPS 演示</Application>
  <PresentationFormat>A4 纸张(210x297 毫米)</PresentationFormat>
  <Paragraphs>17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微软雅黑 Light</vt:lpstr>
      <vt:lpstr>微软雅黑</vt:lpstr>
      <vt:lpstr>等线</vt:lpstr>
      <vt:lpstr>Arial Unicode MS</vt:lpstr>
      <vt:lpstr>等线 Light</vt:lpstr>
      <vt:lpstr>Calibri</vt:lpstr>
      <vt:lpstr>Office Theme</vt:lpstr>
      <vt:lpstr>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Health Manage 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 员工体检报告</dc:title>
  <dc:creator>Health Manage AI</dc:creator>
  <dc:subject>员工体检报告</dc:subject>
  <cp:lastModifiedBy>银杏舍医务室2</cp:lastModifiedBy>
  <cp:revision>3</cp:revision>
  <dcterms:created xsi:type="dcterms:W3CDTF">2025-12-03T01:56:00Z</dcterms:created>
  <dcterms:modified xsi:type="dcterms:W3CDTF">2025-12-04T03:15:41Z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63CA3C67BB3D49989AC4FFBDD3A2F269</vt:lpwstr>
  </property>
  <property fmtid="{D5CDD505-2E9C-101B-9397-08002B2CF9AE}" pid="3" name="KSOProductBuildVer">
    <vt:lpwstr>2052-11.8.2.11019</vt:lpwstr>
  </property>
</Properties>
</file>