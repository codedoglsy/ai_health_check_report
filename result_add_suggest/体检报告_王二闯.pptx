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  <p:sldMasterId id="2147483657" r:id="rId4"/>
  </p:sldMasterIdLst>
  <p:sldIdLst>
    <p:sldId id="265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</p:sldIdLst>
  <p:sldSz cx="6858000" cy="9906000" type="A4"/>
  <p:notesSz cx="9906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298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image" Target="../media/image2.emf"/><Relationship Id="rId3" Type="http://schemas.openxmlformats.org/officeDocument/2006/relationships/image" Target="../media/image1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5" Type="http://schemas.openxmlformats.org/officeDocument/2006/relationships/image" Target="../media/image3.png"/><Relationship Id="rId4" Type="http://schemas.openxmlformats.org/officeDocument/2006/relationships/image" Target="../media/image2.emf"/><Relationship Id="rId3" Type="http://schemas.openxmlformats.org/officeDocument/2006/relationships/image" Target="../media/image1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  <a:endParaRPr kumimoji="1" lang="zh-CN" altLang="en-US" sz="6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  <a:endParaRPr lang="en-US" altLang="zh-CN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12153" y="976313"/>
            <a:ext cx="5729416" cy="82359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  <a:endParaRPr lang="zh-CN" altLang="en-US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/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  <a:endParaRPr lang="zh-CN" altLang="en-US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  <a:endParaRPr kumimoji="1" lang="zh-CN" altLang="en-US" sz="6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  <a:endParaRPr lang="zh-CN" altLang="en-US" b="1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268413" cy="4603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en-US" altLang="zh-CN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InBody</a:t>
            </a:r>
            <a:endParaRPr lang="en-US" altLang="zh-CN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0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4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4"/>
          <p:cNvSpPr txBox="1">
            <a:spLocks noChangeArrowheads="1"/>
          </p:cNvSpPr>
          <p:nvPr userDrawn="1"/>
        </p:nvSpPr>
        <p:spPr bwMode="auto">
          <a:xfrm>
            <a:off x="200025" y="177800"/>
            <a:ext cx="1107996" cy="46166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  <a:endParaRPr lang="en-US" altLang="zh-CN" sz="2400" b="1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7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0" y="2476500"/>
            <a:ext cx="342900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5" name="图形 2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6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12153" y="976313"/>
            <a:ext cx="5729416" cy="82359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1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9383713"/>
            <a:ext cx="6858000" cy="52228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形 2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2225" y="9540875"/>
            <a:ext cx="1733550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1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200025" y="177800"/>
            <a:ext cx="1724025" cy="4619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 b="1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  <a:endParaRPr lang="zh-CN" altLang="en-US" sz="2400" b="1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3" y="109538"/>
            <a:ext cx="600075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占位符 23"/>
          <p:cNvSpPr>
            <a:spLocks noGrp="1"/>
          </p:cNvSpPr>
          <p:nvPr>
            <p:ph type="body" sz="quarter" idx="14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  <a:endParaRPr lang="zh-CN" altLang="en-US" noProof="1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defRPr/>
            </a:pPr>
            <a:endParaRPr kumimoji="1" lang="zh-CN" altLang="en-US" noProof="1"/>
          </a:p>
        </p:txBody>
      </p:sp>
      <p:pic>
        <p:nvPicPr>
          <p:cNvPr id="3" name="图片 4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25" y="8169275"/>
            <a:ext cx="1987550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5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8275" y="3721100"/>
            <a:ext cx="1441450" cy="1441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1"/>
          <p:cNvSpPr txBox="1">
            <a:spLocks noChangeArrowheads="1"/>
          </p:cNvSpPr>
          <p:nvPr userDrawn="1"/>
        </p:nvSpPr>
        <p:spPr bwMode="auto">
          <a:xfrm>
            <a:off x="2720975" y="5162550"/>
            <a:ext cx="1416050" cy="830263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等线" panose="02010600030101010101" pitchFamily="2" charset="-122"/>
              </a:defRPr>
            </a:lvl9pPr>
          </a:lstStyle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lang="en-US" altLang="zh-CN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1" hangingPunct="1">
              <a:defRPr/>
            </a:pPr>
            <a:r>
              <a:rPr lang="zh-CN" altLang="en-US" sz="240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  <a:endParaRPr lang="zh-CN" altLang="en-US" sz="2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7" Type="http://schemas.openxmlformats.org/officeDocument/2006/relationships/theme" Target="../theme/theme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7" Type="http://schemas.openxmlformats.org/officeDocument/2006/relationships/theme" Target="../theme/theme3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王二闯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男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 dirty="0"/>
              <a:t>35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 dirty="0"/>
              <a:t>2025年12月03日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889000"/>
            <a:ext cx="5955036" cy="84201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850900"/>
            <a:ext cx="5543550" cy="8110538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存在问题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1.</a:t>
            </a: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乙肝病毒感染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建议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1.</a:t>
            </a: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尽快到医院感染科或肝病专科就诊，进一步进行乙肝五项等检查，以明确乙肝病毒感染的具体情况。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2.</a:t>
            </a: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注意休息，避免劳累，饮食清淡。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3.</a:t>
            </a: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绝对禁酒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en-US" altLang="zh-CN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4.</a:t>
            </a:r>
            <a:r>
              <a:rPr lang="zh-CN" altLang="en-US" sz="1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定期复查，动态监测病情变化。</a:t>
            </a: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sz="18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 eaLnBrk="1" fontAlgn="auto" hangingPunct="1">
              <a:buFont typeface="Arial" panose="020B0604020202020204" pitchFamily="34" charset="0"/>
              <a:buNone/>
              <a:defRPr/>
            </a:pPr>
            <a:endParaRPr lang="zh-CN" altLang="en-US" sz="1400" noProof="1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039495" y="4768850"/>
            <a:ext cx="4914265" cy="4246245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0" indent="0">
              <a:buNone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检查日期：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2025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总检医师：谈亚利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</Words>
  <Application>WPS 演示</Application>
  <PresentationFormat>A4 纸张(210x297 毫米)</PresentationFormat>
  <Paragraphs>35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微软雅黑 Light</vt:lpstr>
      <vt:lpstr>微软雅黑</vt:lpstr>
      <vt:lpstr>等线</vt:lpstr>
      <vt:lpstr>Arial Unicode MS</vt:lpstr>
      <vt:lpstr>等线 Light</vt:lpstr>
      <vt:lpstr>Calibri</vt:lpstr>
      <vt:lpstr>Office Theme</vt:lpstr>
      <vt:lpstr>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Health Manage 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 员工体检报告</dc:title>
  <dc:creator>Health Manage AI</dc:creator>
  <dc:subject>员工体检报告</dc:subject>
  <cp:lastModifiedBy>银杏舍医务室2</cp:lastModifiedBy>
  <cp:revision>5</cp:revision>
  <dcterms:created xsi:type="dcterms:W3CDTF">2025-12-03T01:56:00Z</dcterms:created>
  <dcterms:modified xsi:type="dcterms:W3CDTF">2025-12-04T06:31:23Z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63CA3C67BB3D49989AC4FFBDD3A2F269</vt:lpwstr>
  </property>
  <property fmtid="{D5CDD505-2E9C-101B-9397-08002B2CF9AE}" pid="3" name="KSOProductBuildVer">
    <vt:lpwstr>2052-11.8.2.11019</vt:lpwstr>
  </property>
</Properties>
</file>