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57" r:id="rId4"/>
  </p:sldMasterIdLst>
  <p:sldIdLst>
    <p:sldId id="265" r:id="rId5"/>
    <p:sldId id="257" r:id="rId6"/>
    <p:sldId id="258" r:id="rId7"/>
    <p:sldId id="259" r:id="rId8"/>
    <p:sldId id="260" r:id="rId9"/>
    <p:sldId id="261" r:id="rId10"/>
    <p:sldId id="262" r:id="rId11"/>
    <p:sldId id="268" r:id="rId12"/>
    <p:sldId id="269" r:id="rId13"/>
    <p:sldId id="270" r:id="rId14"/>
    <p:sldId id="264" r:id="rId15"/>
    <p:sldId id="266" r:id="rId16"/>
    <p:sldId id="267" r:id="rId17"/>
  </p:sldIdLst>
  <p:sldSz cx="6858000" cy="9906000" type="A4"/>
  <p:notesSz cx="9906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0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emf"/><Relationship Id="rId3" Type="http://schemas.openxmlformats.org/officeDocument/2006/relationships/image" Target="../media/image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emf"/><Relationship Id="rId3" Type="http://schemas.openxmlformats.org/officeDocument/2006/relationships/image" Target="../media/image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630"/>
          <a:stretch>
            <a:fillRect/>
          </a:stretch>
        </p:blipFill>
        <p:spPr>
          <a:xfrm>
            <a:off x="0" y="3599245"/>
            <a:ext cx="5079208" cy="6650833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3300414" y="6870591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姓名：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300414" y="7488253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性别：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3300414" y="8103496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年龄：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4202722" y="7239923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4202722" y="7857585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202722" y="8472828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占位符 23"/>
          <p:cNvSpPr>
            <a:spLocks noGrp="1"/>
          </p:cNvSpPr>
          <p:nvPr>
            <p:ph type="body" sz="quarter" idx="13" hasCustomPrompt="1"/>
          </p:nvPr>
        </p:nvSpPr>
        <p:spPr>
          <a:xfrm>
            <a:off x="4202722" y="6778909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14" hasCustomPrompt="1"/>
          </p:nvPr>
        </p:nvSpPr>
        <p:spPr>
          <a:xfrm>
            <a:off x="4202722" y="7416584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15" hasCustomPrompt="1"/>
          </p:nvPr>
        </p:nvSpPr>
        <p:spPr>
          <a:xfrm>
            <a:off x="4202722" y="8045682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7" name="同侧圆角矩形 6"/>
          <p:cNvSpPr/>
          <p:nvPr userDrawn="1"/>
        </p:nvSpPr>
        <p:spPr>
          <a:xfrm rot="16200000">
            <a:off x="4432534" y="1432154"/>
            <a:ext cx="1293348" cy="3557587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800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2863" y="621636"/>
            <a:ext cx="872654" cy="1116394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3447992" y="2703115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000" b="0" i="0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体检报告</a:t>
            </a:r>
            <a:endParaRPr kumimoji="1" lang="zh-CN" altLang="en-US" sz="6000" b="0" i="0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形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992" y="4009439"/>
            <a:ext cx="3087525" cy="385941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3308023" y="8732594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日期：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5" name="直接连接符 18"/>
          <p:cNvCxnSpPr/>
          <p:nvPr userDrawn="1"/>
        </p:nvCxnSpPr>
        <p:spPr>
          <a:xfrm>
            <a:off x="4210331" y="9101926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占位符 23"/>
          <p:cNvSpPr>
            <a:spLocks noGrp="1"/>
          </p:cNvSpPr>
          <p:nvPr>
            <p:ph type="body" sz="quarter" idx="16" hasCustomPrompt="1"/>
          </p:nvPr>
        </p:nvSpPr>
        <p:spPr>
          <a:xfrm>
            <a:off x="4210331" y="8674780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268413" cy="460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InBody</a:t>
            </a:r>
            <a:endParaRPr lang="en-US" altLang="zh-CN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107996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心电图</a:t>
            </a:r>
            <a:endParaRPr lang="en-US" altLang="zh-CN" sz="2400" b="1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实验室检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5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实验室检查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12153" y="976313"/>
            <a:ext cx="5729416" cy="82359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形 2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建议与指导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657025" y="1228497"/>
            <a:ext cx="5543949" cy="74864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片 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25" y="8169275"/>
            <a:ext cx="19875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5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275" y="3721100"/>
            <a:ext cx="144145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1"/>
          <p:cNvSpPr txBox="1">
            <a:spLocks noChangeArrowheads="1"/>
          </p:cNvSpPr>
          <p:nvPr userDrawn="1"/>
        </p:nvSpPr>
        <p:spPr bwMode="auto">
          <a:xfrm>
            <a:off x="2720975" y="5162550"/>
            <a:ext cx="1416050" cy="8302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微信扫码</a:t>
            </a:r>
            <a:endParaRPr lang="en-US" altLang="zh-CN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关注我们</a:t>
            </a:r>
            <a:endParaRPr lang="zh-CN" altLang="en-US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630"/>
          <a:stretch>
            <a:fillRect/>
          </a:stretch>
        </p:blipFill>
        <p:spPr>
          <a:xfrm>
            <a:off x="0" y="3599245"/>
            <a:ext cx="5079208" cy="6650833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3300414" y="6870591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姓名：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300414" y="7488253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性别：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3300414" y="8103496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年龄：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4202722" y="7239923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4202722" y="7857585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202722" y="8472828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占位符 23"/>
          <p:cNvSpPr>
            <a:spLocks noGrp="1"/>
          </p:cNvSpPr>
          <p:nvPr>
            <p:ph type="body" sz="quarter" idx="13" hasCustomPrompt="1"/>
          </p:nvPr>
        </p:nvSpPr>
        <p:spPr>
          <a:xfrm>
            <a:off x="4202722" y="6778909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14" hasCustomPrompt="1"/>
          </p:nvPr>
        </p:nvSpPr>
        <p:spPr>
          <a:xfrm>
            <a:off x="4202722" y="7416584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15" hasCustomPrompt="1"/>
          </p:nvPr>
        </p:nvSpPr>
        <p:spPr>
          <a:xfrm>
            <a:off x="4202722" y="8045682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7" name="同侧圆角矩形 6"/>
          <p:cNvSpPr/>
          <p:nvPr userDrawn="1"/>
        </p:nvSpPr>
        <p:spPr>
          <a:xfrm rot="16200000">
            <a:off x="4432534" y="1432154"/>
            <a:ext cx="1293348" cy="3557587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800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2863" y="621636"/>
            <a:ext cx="872654" cy="1116394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3447992" y="2703115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000" b="0" i="0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体检报告</a:t>
            </a:r>
            <a:endParaRPr kumimoji="1" lang="zh-CN" altLang="en-US" sz="6000" b="0" i="0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形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992" y="4009439"/>
            <a:ext cx="3087525" cy="385941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3308023" y="8732594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日期：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5" name="直接连接符 18"/>
          <p:cNvCxnSpPr/>
          <p:nvPr userDrawn="1"/>
        </p:nvCxnSpPr>
        <p:spPr>
          <a:xfrm>
            <a:off x="4210331" y="9101926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占位符 23"/>
          <p:cNvSpPr>
            <a:spLocks noGrp="1"/>
          </p:cNvSpPr>
          <p:nvPr>
            <p:ph type="body" sz="quarter" idx="16" hasCustomPrompt="1"/>
          </p:nvPr>
        </p:nvSpPr>
        <p:spPr>
          <a:xfrm>
            <a:off x="4210331" y="8674780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268413" cy="460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InBody</a:t>
            </a:r>
            <a:endParaRPr lang="en-US" altLang="zh-CN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107996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心电图</a:t>
            </a:r>
            <a:endParaRPr lang="en-US" altLang="zh-CN" sz="2400" b="1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实验室检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5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实验室检查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12153" y="976313"/>
            <a:ext cx="5729416" cy="82359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形 2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建议与指导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657025" y="1228497"/>
            <a:ext cx="5543949" cy="74864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片 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25" y="8169275"/>
            <a:ext cx="19875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5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275" y="3721100"/>
            <a:ext cx="144145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1"/>
          <p:cNvSpPr txBox="1">
            <a:spLocks noChangeArrowheads="1"/>
          </p:cNvSpPr>
          <p:nvPr userDrawn="1"/>
        </p:nvSpPr>
        <p:spPr bwMode="auto">
          <a:xfrm>
            <a:off x="2720975" y="5162550"/>
            <a:ext cx="1416050" cy="8302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微信扫码</a:t>
            </a:r>
            <a:endParaRPr lang="en-US" altLang="zh-CN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关注我们</a:t>
            </a:r>
            <a:endParaRPr lang="zh-CN" altLang="en-US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2E670-0285-414D-9D27-33719FC40C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8A809-A5DD-4999-A0BF-A878263E630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2E670-0285-414D-9D27-33719FC40C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8A809-A5DD-4999-A0BF-A878263E630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赵付金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男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56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/>
              <a:t>2025年12月</a:t>
            </a:r>
            <a:r>
              <a:rPr lang="en-US" altLang="zh-CN" dirty="0"/>
              <a:t>11</a:t>
            </a:r>
            <a:r>
              <a:rPr lang="zh-CN" altLang="en-US" dirty="0"/>
              <a:t>日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827" y="888281"/>
            <a:ext cx="5971068" cy="84360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356" y="846292"/>
            <a:ext cx="6013287" cy="84651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099" y="849644"/>
            <a:ext cx="6007801" cy="85132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834" y="803423"/>
            <a:ext cx="6086332" cy="86110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811" y="851750"/>
            <a:ext cx="6106377" cy="85111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337" y="846457"/>
            <a:ext cx="6087325" cy="84649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048" y="839751"/>
            <a:ext cx="6115904" cy="85355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0101" y="850688"/>
            <a:ext cx="6077798" cy="8487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574" y="817877"/>
            <a:ext cx="6096851" cy="85064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87584"/>
            <a:ext cx="6858000" cy="85882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 hasCustomPrompt="1"/>
          </p:nvPr>
        </p:nvSpPr>
        <p:spPr>
          <a:xfrm>
            <a:off x="831215" y="850900"/>
            <a:ext cx="5369560" cy="7553325"/>
          </a:xfrm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zh-CN" altLang="en-US" sz="8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8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0105" y="857885"/>
            <a:ext cx="5389245" cy="7293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存在问题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尿常规异常：考虑泌尿系感染。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癌胚抗原轻度升高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游离前列腺特异性抗原比值低于正常，提示前列腺病变风险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丙型肝炎抗体阳性：提示可能曾感染或正在感染丙型肝炎病毒。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建议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优先到泌尿外科就诊，完善前列腺相关检查，进一步做前列腺超声检查，以明确诊断。针对尿常规异常，建议多饮水，口服左氧氟沙星等药物治疗。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针对丙型肝炎抗体阳性，建议尽快到感染科或肝病科就诊，完善检查以明确诊断。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单纯癌胚抗原升高不能确诊疾病，恶性肿瘤风险较低，建议定期复查异常项目，根据自身症状，完善相关检查。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检查日期：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总检医师：谈亚利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</Words>
  <Application>WPS 演示</Application>
  <PresentationFormat>A4 纸张(210x297 毫米)</PresentationFormat>
  <Paragraphs>42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微软雅黑 Light</vt:lpstr>
      <vt:lpstr>微软雅黑</vt:lpstr>
      <vt:lpstr>等线</vt:lpstr>
      <vt:lpstr>Arial Unicode MS</vt:lpstr>
      <vt:lpstr>等线 Light</vt:lpstr>
      <vt:lpstr>Calibri</vt:lpstr>
      <vt:lpstr>Office Theme</vt:lpstr>
      <vt:lpstr>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Health Manage 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员工体检报告</dc:title>
  <dc:creator>Health Manage AI</dc:creator>
  <dc:subject>员工体检报告</dc:subject>
  <cp:lastModifiedBy>银杏舍医务室2</cp:lastModifiedBy>
  <cp:revision>16</cp:revision>
  <dcterms:created xsi:type="dcterms:W3CDTF">2025-12-03T01:56:00Z</dcterms:created>
  <dcterms:modified xsi:type="dcterms:W3CDTF">2025-12-11T03:32:45Z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B69458E720814444A23278A5C651204D</vt:lpwstr>
  </property>
  <property fmtid="{D5CDD505-2E9C-101B-9397-08002B2CF9AE}" pid="3" name="KSOProductBuildVer">
    <vt:lpwstr>2052-11.8.2.11019</vt:lpwstr>
  </property>
</Properties>
</file>