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52" r:id="rId2"/>
  </p:sldMasterIdLst>
  <p:notesMasterIdLst>
    <p:notesMasterId r:id="rId10"/>
  </p:notesMasterIdLst>
  <p:sldIdLst>
    <p:sldId id="311" r:id="rId3"/>
    <p:sldId id="362" r:id="rId4"/>
    <p:sldId id="361" r:id="rId5"/>
    <p:sldId id="363" r:id="rId6"/>
    <p:sldId id="290" r:id="rId7"/>
    <p:sldId id="364" r:id="rId8"/>
    <p:sldId id="282" r:id="rId9"/>
  </p:sldIdLst>
  <p:sldSz cx="6858000" cy="9906000" type="A4"/>
  <p:notesSz cx="6797675" cy="9928225"/>
  <p:custDataLst>
    <p:tags r:id="rId11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2159" userDrawn="1">
          <p15:clr>
            <a:srgbClr val="A4A3A4"/>
          </p15:clr>
        </p15:guide>
        <p15:guide id="2" orient="horz" pos="309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F7C"/>
    <a:srgbClr val="FFC101"/>
    <a:srgbClr val="A1CCE7"/>
    <a:srgbClr val="F18735"/>
    <a:srgbClr val="EAA930"/>
    <a:srgbClr val="F19DC1"/>
    <a:srgbClr val="0069B7"/>
    <a:srgbClr val="002F7B"/>
    <a:srgbClr val="FAEDF0"/>
    <a:srgbClr val="6DB0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中度样式 1 - 强调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38" autoAdjust="0"/>
    <p:restoredTop sz="94674"/>
  </p:normalViewPr>
  <p:slideViewPr>
    <p:cSldViewPr snapToGrid="0" showGuides="1">
      <p:cViewPr varScale="1">
        <p:scale>
          <a:sx n="75" d="100"/>
          <a:sy n="75" d="100"/>
        </p:scale>
        <p:origin x="3384" y="54"/>
      </p:cViewPr>
      <p:guideLst>
        <p:guide pos="2159"/>
        <p:guide orient="horz" pos="309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ags" Target="tags/tag1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C4F749-1A8B-2A4A-9EFC-B5FDB292ED71}" type="datetimeFigureOut">
              <a:rPr kumimoji="1" lang="zh-CN" altLang="en-US" smtClean="0"/>
              <a:t>2025/12/1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239963" y="1241425"/>
            <a:ext cx="23177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35B12D-0BB8-3942-9D43-62B1E9F6F28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封面"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形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3630"/>
          <a:stretch>
            <a:fillRect/>
          </a:stretch>
        </p:blipFill>
        <p:spPr>
          <a:xfrm>
            <a:off x="0" y="3599245"/>
            <a:ext cx="5079208" cy="6650833"/>
          </a:xfrm>
          <a:prstGeom prst="rect">
            <a:avLst/>
          </a:prstGeom>
        </p:spPr>
      </p:pic>
      <p:sp>
        <p:nvSpPr>
          <p:cNvPr id="2" name="文本框 1"/>
          <p:cNvSpPr txBox="1"/>
          <p:nvPr userDrawn="1"/>
        </p:nvSpPr>
        <p:spPr>
          <a:xfrm>
            <a:off x="3300414" y="6870591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姓名：</a:t>
            </a: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3300414" y="7488253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性别：</a:t>
            </a: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3300414" y="8103496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年龄：</a:t>
            </a:r>
          </a:p>
        </p:txBody>
      </p:sp>
      <p:cxnSp>
        <p:nvCxnSpPr>
          <p:cNvPr id="17" name="直接连接符 16"/>
          <p:cNvCxnSpPr/>
          <p:nvPr userDrawn="1"/>
        </p:nvCxnSpPr>
        <p:spPr>
          <a:xfrm>
            <a:off x="4202722" y="7239923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 userDrawn="1"/>
        </p:nvCxnSpPr>
        <p:spPr>
          <a:xfrm>
            <a:off x="4202722" y="7857585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 userDrawn="1"/>
        </p:nvCxnSpPr>
        <p:spPr>
          <a:xfrm>
            <a:off x="4202722" y="8472828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文本占位符 23"/>
          <p:cNvSpPr>
            <a:spLocks noGrp="1"/>
          </p:cNvSpPr>
          <p:nvPr>
            <p:ph type="body" sz="quarter" idx="13" hasCustomPrompt="1"/>
          </p:nvPr>
        </p:nvSpPr>
        <p:spPr>
          <a:xfrm>
            <a:off x="4202722" y="6778909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1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4202722" y="7416584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2" name="文本占位符 23"/>
          <p:cNvSpPr>
            <a:spLocks noGrp="1"/>
          </p:cNvSpPr>
          <p:nvPr>
            <p:ph type="body" sz="quarter" idx="15" hasCustomPrompt="1"/>
          </p:nvPr>
        </p:nvSpPr>
        <p:spPr>
          <a:xfrm>
            <a:off x="4202722" y="8045682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7" name="同侧圆角矩形 6"/>
          <p:cNvSpPr/>
          <p:nvPr userDrawn="1"/>
        </p:nvSpPr>
        <p:spPr>
          <a:xfrm rot="16200000">
            <a:off x="4432534" y="1432154"/>
            <a:ext cx="1293348" cy="3557587"/>
          </a:xfrm>
          <a:prstGeom prst="round2Same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800" b="0" i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662863" y="621636"/>
            <a:ext cx="872654" cy="1116394"/>
          </a:xfrm>
          <a:prstGeom prst="rect">
            <a:avLst/>
          </a:prstGeom>
        </p:spPr>
      </p:pic>
      <p:sp>
        <p:nvSpPr>
          <p:cNvPr id="10" name="文本框 9"/>
          <p:cNvSpPr txBox="1"/>
          <p:nvPr userDrawn="1"/>
        </p:nvSpPr>
        <p:spPr>
          <a:xfrm>
            <a:off x="3447992" y="2703115"/>
            <a:ext cx="326243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6000" b="0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体检报告</a:t>
            </a:r>
          </a:p>
        </p:txBody>
      </p:sp>
      <p:pic>
        <p:nvPicPr>
          <p:cNvPr id="11" name="图形 22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7992" y="4009439"/>
            <a:ext cx="3087525" cy="385941"/>
          </a:xfrm>
          <a:prstGeom prst="rect">
            <a:avLst/>
          </a:prstGeom>
        </p:spPr>
      </p:pic>
      <p:sp>
        <p:nvSpPr>
          <p:cNvPr id="13" name="文本框 12"/>
          <p:cNvSpPr txBox="1"/>
          <p:nvPr userDrawn="1"/>
        </p:nvSpPr>
        <p:spPr>
          <a:xfrm>
            <a:off x="3308023" y="8732594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日期：</a:t>
            </a:r>
          </a:p>
        </p:txBody>
      </p:sp>
      <p:cxnSp>
        <p:nvCxnSpPr>
          <p:cNvPr id="15" name="直接连接符 18"/>
          <p:cNvCxnSpPr/>
          <p:nvPr userDrawn="1"/>
        </p:nvCxnSpPr>
        <p:spPr>
          <a:xfrm>
            <a:off x="4210331" y="9101926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文本占位符 23"/>
          <p:cNvSpPr>
            <a:spLocks noGrp="1"/>
          </p:cNvSpPr>
          <p:nvPr>
            <p:ph type="body" sz="quarter" idx="16" hasCustomPrompt="1"/>
          </p:nvPr>
        </p:nvSpPr>
        <p:spPr>
          <a:xfrm>
            <a:off x="4210331" y="8674780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/>
          <p:cNvSpPr/>
          <p:nvPr userDrawn="1"/>
        </p:nvSpPr>
        <p:spPr>
          <a:xfrm>
            <a:off x="0" y="0"/>
            <a:ext cx="6858000" cy="9906000"/>
          </a:xfrm>
          <a:prstGeom prst="rect">
            <a:avLst/>
          </a:prstGeom>
          <a:solidFill>
            <a:srgbClr val="FFC10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5400" b="0" i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圆角矩形 2"/>
          <p:cNvSpPr/>
          <p:nvPr userDrawn="1"/>
        </p:nvSpPr>
        <p:spPr>
          <a:xfrm>
            <a:off x="1162756" y="5850466"/>
            <a:ext cx="4526844" cy="2619022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" name="文本框 1"/>
          <p:cNvSpPr txBox="1"/>
          <p:nvPr userDrawn="1"/>
        </p:nvSpPr>
        <p:spPr>
          <a:xfrm>
            <a:off x="1733536" y="637922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姓名：</a:t>
            </a: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1733536" y="699689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性别：</a:t>
            </a: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1733536" y="761213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年龄：</a:t>
            </a:r>
          </a:p>
        </p:txBody>
      </p:sp>
      <p:cxnSp>
        <p:nvCxnSpPr>
          <p:cNvPr id="17" name="直接连接符 16"/>
          <p:cNvCxnSpPr/>
          <p:nvPr userDrawn="1"/>
        </p:nvCxnSpPr>
        <p:spPr>
          <a:xfrm>
            <a:off x="2635844" y="6748560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 userDrawn="1"/>
        </p:nvCxnSpPr>
        <p:spPr>
          <a:xfrm>
            <a:off x="2635844" y="7366222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 userDrawn="1"/>
        </p:nvCxnSpPr>
        <p:spPr>
          <a:xfrm>
            <a:off x="2635844" y="7981465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文本占位符 23"/>
          <p:cNvSpPr>
            <a:spLocks noGrp="1"/>
          </p:cNvSpPr>
          <p:nvPr>
            <p:ph type="body" sz="quarter" idx="13" hasCustomPrompt="1"/>
          </p:nvPr>
        </p:nvSpPr>
        <p:spPr>
          <a:xfrm>
            <a:off x="2635844" y="6319934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0" i="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1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2635844" y="6925221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0" i="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2" name="文本占位符 23"/>
          <p:cNvSpPr>
            <a:spLocks noGrp="1"/>
          </p:cNvSpPr>
          <p:nvPr>
            <p:ph type="body" sz="quarter" idx="15" hasCustomPrompt="1"/>
          </p:nvPr>
        </p:nvSpPr>
        <p:spPr>
          <a:xfrm>
            <a:off x="2635844" y="7554319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0" i="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7100" y="771883"/>
            <a:ext cx="1885950" cy="540173"/>
          </a:xfrm>
          <a:prstGeom prst="rect">
            <a:avLst/>
          </a:prstGeom>
        </p:spPr>
      </p:pic>
      <p:pic>
        <p:nvPicPr>
          <p:cNvPr id="2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0075" y="3711153"/>
            <a:ext cx="3087525" cy="385941"/>
          </a:xfrm>
          <a:prstGeom prst="rect">
            <a:avLst/>
          </a:prstGeom>
        </p:spPr>
      </p:pic>
      <p:sp>
        <p:nvSpPr>
          <p:cNvPr id="5" name="文本框 4"/>
          <p:cNvSpPr txBox="1"/>
          <p:nvPr userDrawn="1"/>
        </p:nvSpPr>
        <p:spPr>
          <a:xfrm>
            <a:off x="1641073" y="2338776"/>
            <a:ext cx="3570208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zh-CN" altLang="en-US" sz="6600" b="0" i="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体检报告</a:t>
            </a:r>
          </a:p>
        </p:txBody>
      </p:sp>
      <p:cxnSp>
        <p:nvCxnSpPr>
          <p:cNvPr id="8" name="直线连接符 7"/>
          <p:cNvCxnSpPr/>
          <p:nvPr userDrawn="1"/>
        </p:nvCxnSpPr>
        <p:spPr>
          <a:xfrm>
            <a:off x="1733536" y="3505481"/>
            <a:ext cx="3332240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心电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0">
            <a:extLst>
              <a:ext uri="{FF2B5EF4-FFF2-40B4-BE49-F238E27FC236}">
                <a16:creationId xmlns:a16="http://schemas.microsoft.com/office/drawing/2014/main" id="{DBF01F40-D69F-F00F-6878-15CA357C0DA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4500" y="2476500"/>
            <a:ext cx="3429000" cy="495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8CF6B545-EE5B-FF45-6AC8-1C234F7F4E73}"/>
              </a:ext>
            </a:extLst>
          </p:cNvPr>
          <p:cNvSpPr/>
          <p:nvPr userDrawn="1"/>
        </p:nvSpPr>
        <p:spPr>
          <a:xfrm>
            <a:off x="0" y="9383713"/>
            <a:ext cx="6858000" cy="52228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4" name="图形 22">
            <a:extLst>
              <a:ext uri="{FF2B5EF4-FFF2-40B4-BE49-F238E27FC236}">
                <a16:creationId xmlns:a16="http://schemas.microsoft.com/office/drawing/2014/main" id="{D8A1F880-0BD6-3002-CAB6-2F35CFDDDD6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2225" y="9540875"/>
            <a:ext cx="1733550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9F27AC29-A6B4-C302-D20B-91E944C352CB}"/>
              </a:ext>
            </a:extLst>
          </p:cNvPr>
          <p:cNvSpPr/>
          <p:nvPr userDrawn="1"/>
        </p:nvSpPr>
        <p:spPr>
          <a:xfrm>
            <a:off x="0" y="0"/>
            <a:ext cx="6858000" cy="8191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sp>
        <p:nvSpPr>
          <p:cNvPr id="6" name="文本框 4">
            <a:extLst>
              <a:ext uri="{FF2B5EF4-FFF2-40B4-BE49-F238E27FC236}">
                <a16:creationId xmlns:a16="http://schemas.microsoft.com/office/drawing/2014/main" id="{8A22FCD9-46F3-8992-1A51-70142115889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0025" y="177800"/>
            <a:ext cx="1268413" cy="460375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en-US" altLang="zh-CN" sz="2400" b="1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InBody</a:t>
            </a:r>
          </a:p>
        </p:txBody>
      </p:sp>
      <p:pic>
        <p:nvPicPr>
          <p:cNvPr id="7" name="图形 6">
            <a:extLst>
              <a:ext uri="{FF2B5EF4-FFF2-40B4-BE49-F238E27FC236}">
                <a16:creationId xmlns:a16="http://schemas.microsoft.com/office/drawing/2014/main" id="{A9915455-8530-07A9-CFCC-A0593D1182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9963" y="109538"/>
            <a:ext cx="600075" cy="60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5837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1"/>
          </a:p>
        </p:txBody>
      </p:sp>
    </p:spTree>
    <p:extLst>
      <p:ext uri="{BB962C8B-B14F-4D97-AF65-F5344CB8AC3E}">
        <p14:creationId xmlns:p14="http://schemas.microsoft.com/office/powerpoint/2010/main" val="28893914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实验室检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7">
            <a:extLst>
              <a:ext uri="{FF2B5EF4-FFF2-40B4-BE49-F238E27FC236}">
                <a16:creationId xmlns:a16="http://schemas.microsoft.com/office/drawing/2014/main" id="{A4B67AAB-93BB-B91A-538E-B436AE0388D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4500" y="2476500"/>
            <a:ext cx="3429000" cy="495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42B78E45-5C74-C930-1471-9279918B0C9E}"/>
              </a:ext>
            </a:extLst>
          </p:cNvPr>
          <p:cNvSpPr/>
          <p:nvPr userDrawn="1"/>
        </p:nvSpPr>
        <p:spPr>
          <a:xfrm>
            <a:off x="0" y="9383713"/>
            <a:ext cx="6858000" cy="52228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5" name="图形 22">
            <a:extLst>
              <a:ext uri="{FF2B5EF4-FFF2-40B4-BE49-F238E27FC236}">
                <a16:creationId xmlns:a16="http://schemas.microsoft.com/office/drawing/2014/main" id="{0A3FCE47-9128-813A-5127-9DCD1ACA282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2225" y="9540875"/>
            <a:ext cx="1733550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A8436D5D-6B73-6D6C-20AB-30EB98AED6EC}"/>
              </a:ext>
            </a:extLst>
          </p:cNvPr>
          <p:cNvSpPr/>
          <p:nvPr userDrawn="1"/>
        </p:nvSpPr>
        <p:spPr>
          <a:xfrm>
            <a:off x="0" y="0"/>
            <a:ext cx="6858000" cy="8191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D0EB032-109C-1995-2FBD-333F2C27F36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0025" y="177800"/>
            <a:ext cx="1724025" cy="461963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zh-CN" altLang="en-US" sz="2400" b="1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实验室检查</a:t>
            </a:r>
          </a:p>
        </p:txBody>
      </p:sp>
      <p:pic>
        <p:nvPicPr>
          <p:cNvPr id="8" name="图形 6">
            <a:extLst>
              <a:ext uri="{FF2B5EF4-FFF2-40B4-BE49-F238E27FC236}">
                <a16:creationId xmlns:a16="http://schemas.microsoft.com/office/drawing/2014/main" id="{2E40203C-814C-561D-6057-8059D204F4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9963" y="109538"/>
            <a:ext cx="600075" cy="60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图片占位符 9"/>
          <p:cNvSpPr>
            <a:spLocks noGrp="1"/>
          </p:cNvSpPr>
          <p:nvPr>
            <p:ph type="pic" sz="quarter" idx="10"/>
          </p:nvPr>
        </p:nvSpPr>
        <p:spPr>
          <a:xfrm>
            <a:off x="716692" y="5525423"/>
            <a:ext cx="5729416" cy="368682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1"/>
          </a:p>
        </p:txBody>
      </p:sp>
      <p:sp>
        <p:nvSpPr>
          <p:cNvPr id="2" name="图片占位符 9"/>
          <p:cNvSpPr>
            <a:spLocks noGrp="1"/>
          </p:cNvSpPr>
          <p:nvPr>
            <p:ph type="pic" sz="quarter" idx="11"/>
          </p:nvPr>
        </p:nvSpPr>
        <p:spPr>
          <a:xfrm>
            <a:off x="716692" y="1296818"/>
            <a:ext cx="5729416" cy="380858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1"/>
          </a:p>
        </p:txBody>
      </p:sp>
    </p:spTree>
    <p:extLst>
      <p:ext uri="{BB962C8B-B14F-4D97-AF65-F5344CB8AC3E}">
        <p14:creationId xmlns:p14="http://schemas.microsoft.com/office/powerpoint/2010/main" val="31632197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医生建议与指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7BE0DE5-F292-5912-95EA-4C77F9B575E3}"/>
              </a:ext>
            </a:extLst>
          </p:cNvPr>
          <p:cNvSpPr/>
          <p:nvPr userDrawn="1"/>
        </p:nvSpPr>
        <p:spPr>
          <a:xfrm>
            <a:off x="0" y="9383713"/>
            <a:ext cx="6858000" cy="52228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3" name="图形 22">
            <a:extLst>
              <a:ext uri="{FF2B5EF4-FFF2-40B4-BE49-F238E27FC236}">
                <a16:creationId xmlns:a16="http://schemas.microsoft.com/office/drawing/2014/main" id="{057A900A-7B3C-3D9C-916F-F89B994616A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2225" y="9540875"/>
            <a:ext cx="1733550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7554D514-A098-3596-F986-E1B2CD6C863D}"/>
              </a:ext>
            </a:extLst>
          </p:cNvPr>
          <p:cNvSpPr/>
          <p:nvPr userDrawn="1"/>
        </p:nvSpPr>
        <p:spPr>
          <a:xfrm>
            <a:off x="0" y="0"/>
            <a:ext cx="6858000" cy="8191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8870C49-8D33-3618-24B6-6A33EF1853C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0025" y="177800"/>
            <a:ext cx="1724025" cy="461963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zh-CN" altLang="en-US" sz="2400" b="1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建议与指导</a:t>
            </a:r>
          </a:p>
        </p:txBody>
      </p:sp>
      <p:pic>
        <p:nvPicPr>
          <p:cNvPr id="7" name="图形 5">
            <a:extLst>
              <a:ext uri="{FF2B5EF4-FFF2-40B4-BE49-F238E27FC236}">
                <a16:creationId xmlns:a16="http://schemas.microsoft.com/office/drawing/2014/main" id="{4DBF4969-57BE-9942-7F16-1B272C7014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9963" y="109538"/>
            <a:ext cx="600075" cy="60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文本占位符 23"/>
          <p:cNvSpPr>
            <a:spLocks noGrp="1"/>
          </p:cNvSpPr>
          <p:nvPr>
            <p:ph type="body" sz="quarter" idx="14"/>
          </p:nvPr>
        </p:nvSpPr>
        <p:spPr>
          <a:xfrm>
            <a:off x="657025" y="1228497"/>
            <a:ext cx="5543949" cy="748648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/>
          <a:lstStyle>
            <a:lvl1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36657840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医生建议与指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FBFB49FA-27CD-64F4-2B08-CAD3BFD38A36}"/>
              </a:ext>
            </a:extLst>
          </p:cNvPr>
          <p:cNvSpPr/>
          <p:nvPr userDrawn="1"/>
        </p:nvSpPr>
        <p:spPr>
          <a:xfrm>
            <a:off x="0" y="0"/>
            <a:ext cx="6858000" cy="990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3" name="图片 4">
            <a:extLst>
              <a:ext uri="{FF2B5EF4-FFF2-40B4-BE49-F238E27FC236}">
                <a16:creationId xmlns:a16="http://schemas.microsoft.com/office/drawing/2014/main" id="{4ECBBF78-68FA-1029-10C0-8BB2DB3193D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5225" y="8169275"/>
            <a:ext cx="1987550" cy="590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图片 5">
            <a:extLst>
              <a:ext uri="{FF2B5EF4-FFF2-40B4-BE49-F238E27FC236}">
                <a16:creationId xmlns:a16="http://schemas.microsoft.com/office/drawing/2014/main" id="{CDB0E3B5-8EC5-B139-739F-F2C52B9DAD7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08275" y="3721100"/>
            <a:ext cx="1441450" cy="1441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文本框 1">
            <a:extLst>
              <a:ext uri="{FF2B5EF4-FFF2-40B4-BE49-F238E27FC236}">
                <a16:creationId xmlns:a16="http://schemas.microsoft.com/office/drawing/2014/main" id="{E6743D99-1DB3-1C68-7E4C-3848999231B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720975" y="5162550"/>
            <a:ext cx="1416050" cy="830263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zh-CN" altLang="en-US" sz="240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微信扫码</a:t>
            </a:r>
            <a:endParaRPr lang="en-US" altLang="zh-CN" sz="240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eaLnBrk="1" hangingPunct="1">
              <a:defRPr/>
            </a:pPr>
            <a:r>
              <a:rPr lang="zh-CN" altLang="en-US" sz="240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关注我们</a:t>
            </a:r>
          </a:p>
        </p:txBody>
      </p:sp>
    </p:spTree>
    <p:extLst>
      <p:ext uri="{BB962C8B-B14F-4D97-AF65-F5344CB8AC3E}">
        <p14:creationId xmlns:p14="http://schemas.microsoft.com/office/powerpoint/2010/main" val="17876791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857250" y="1620838"/>
            <a:ext cx="5143500" cy="3449637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857250" y="5202238"/>
            <a:ext cx="5143500" cy="23923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2025/12/1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1488" y="2636838"/>
            <a:ext cx="5915025" cy="6284912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2025/12/1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2470150"/>
            <a:ext cx="5915025" cy="4119563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68313" y="6629400"/>
            <a:ext cx="5915025" cy="216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2025/12/1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项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71488" y="2636838"/>
            <a:ext cx="2881312" cy="6284912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505200" y="2636838"/>
            <a:ext cx="2881313" cy="6284912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2025/12/1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075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73075" y="2428875"/>
            <a:ext cx="2900363" cy="118903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73075" y="3617913"/>
            <a:ext cx="2900363" cy="5322887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3471863" y="2428875"/>
            <a:ext cx="2916237" cy="118903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3471863" y="3617913"/>
            <a:ext cx="2916237" cy="5322887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2025/12/1</a:t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9" name="幻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2025/12/1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5" name="幻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2025/12/1</a:t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075" y="660400"/>
            <a:ext cx="2211388" cy="23114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916238" y="1425575"/>
            <a:ext cx="3471862" cy="704056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73075" y="2971800"/>
            <a:ext cx="2211388" cy="55054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2025/12/1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075" y="660400"/>
            <a:ext cx="2211388" cy="23114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916238" y="1425575"/>
            <a:ext cx="3471862" cy="70405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73075" y="2971800"/>
            <a:ext cx="2211388" cy="55054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2025/12/1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>
          <a:xfrm>
            <a:off x="471488" y="2636838"/>
            <a:ext cx="5915025" cy="6284912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2025/12/1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和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4908550" y="527050"/>
            <a:ext cx="1477963" cy="8394700"/>
          </a:xfrm>
          <a:prstGeom prst="rect">
            <a:avLst/>
          </a:prstGeo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>
          <a:xfrm>
            <a:off x="471488" y="527050"/>
            <a:ext cx="4284662" cy="839470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2025/12/1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.xml"/><Relationship Id="rId3" Type="http://schemas.openxmlformats.org/officeDocument/2006/relationships/slideLayout" Target="../slideLayouts/slideLayout9.xml"/><Relationship Id="rId7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71488" y="2636838"/>
            <a:ext cx="5915025" cy="62849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22E670-0285-414D-9D27-33719FC40C21}" type="datetimeFigureOut">
              <a:rPr lang="zh-CN" altLang="en-US" smtClean="0"/>
              <a:t>2025/12/1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C8A809-A5DD-4999-A0BF-A878263E630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4" r:id="rId3"/>
    <p:sldLayoutId id="2147483665" r:id="rId4"/>
    <p:sldLayoutId id="2147483666" r:id="rId5"/>
    <p:sldLayoutId id="2147483667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2" r:id="rId10"/>
    <p:sldLayoutId id="214748366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3"/>
          </p:nvPr>
        </p:nvSpPr>
        <p:spPr>
          <a:xfrm>
            <a:off x="4210331" y="6787486"/>
            <a:ext cx="2291756" cy="488471"/>
          </a:xfrm>
        </p:spPr>
        <p:txBody>
          <a:bodyPr/>
          <a:lstStyle/>
          <a:p>
            <a:r>
              <a:rPr lang="zh-CN" altLang="en-US" dirty="0"/>
              <a:t>姓名 </a:t>
            </a:r>
            <a:endParaRPr kumimoji="1"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zh-CN" altLang="en-US" dirty="0"/>
              <a:t>性别</a:t>
            </a:r>
            <a:endParaRPr kumimoji="1"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zh-CN" altLang="en-US"/>
              <a:t> 年龄 </a:t>
            </a:r>
            <a:endParaRPr kumimoji="1" lang="en-US" altLang="zh-CN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zh-CN" altLang="en-US"/>
              <a:t>日期</a:t>
            </a:r>
            <a:endParaRPr lang="zh-CN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091638A7-A900-5F57-EF11-D1784D23F33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900" y="889000"/>
            <a:ext cx="5955036" cy="842010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AA5F0FD0-BFF0-D0BB-8237-C2E59F1316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900" y="889000"/>
            <a:ext cx="5955036" cy="842010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944ABAB9-5C1C-E94F-5FEA-70CB03E1EF8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900" y="889000"/>
            <a:ext cx="5955036" cy="842010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255A46D3-6472-6F91-895A-FA24A935B44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900" y="889000"/>
            <a:ext cx="5955036" cy="842010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E6F371A1-D3A8-1E56-6C94-B5D1AC0B14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57225" y="850900"/>
            <a:ext cx="5543550" cy="8110538"/>
          </a:xfrm>
          <a:ln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/>
          <a:lstStyle/>
          <a:p>
            <a:pPr marL="0" indent="0" eaLnBrk="1" fontAlgn="auto" hangingPunct="1">
              <a:buFont typeface="Arial" panose="020B0604020202020204" pitchFamily="34" charset="0"/>
              <a:buNone/>
              <a:defRPr/>
            </a:pPr>
            <a:r>
              <a:rPr lang="zh-CN" altLang="en-US" sz="1400" noProof="1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总结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zQ3MWI0ZDQ2YTc0OWE4ZjMyZmU5NDk5YzZhOTc5Y2QifQ=="/>
</p:tagLst>
</file>

<file path=ppt/theme/theme1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TM04033919[[fn=电路]]</Template>
  <TotalTime>112</TotalTime>
  <Words>6</Words>
  <Application>Microsoft Office PowerPoint</Application>
  <PresentationFormat>A4 纸张(210x297 毫米)</PresentationFormat>
  <Paragraphs>5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7</vt:i4>
      </vt:variant>
    </vt:vector>
  </HeadingPairs>
  <TitlesOfParts>
    <vt:vector size="15" baseType="lpstr">
      <vt:lpstr>等线</vt:lpstr>
      <vt:lpstr>等线</vt:lpstr>
      <vt:lpstr>等线 Light</vt:lpstr>
      <vt:lpstr>微软雅黑</vt:lpstr>
      <vt:lpstr>微软雅黑 Light</vt:lpstr>
      <vt:lpstr>Arial</vt:lpstr>
      <vt:lpstr>自定义设计方案</vt:lpstr>
      <vt:lpstr>1_自定义设计方案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liu mnengdi</dc:creator>
  <cp:lastModifiedBy>仕阳 刘</cp:lastModifiedBy>
  <cp:revision>189</cp:revision>
  <cp:lastPrinted>2023-07-10T04:29:00Z</cp:lastPrinted>
  <dcterms:created xsi:type="dcterms:W3CDTF">2023-04-03T03:54:00Z</dcterms:created>
  <dcterms:modified xsi:type="dcterms:W3CDTF">2025-12-01T03:24:23Z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12F8BF44691545DFB466E8B1A11C18F8_13</vt:lpwstr>
  </property>
  <property fmtid="{D5CDD505-2E9C-101B-9397-08002B2CF9AE}" pid="3" name="KSOProductBuildVer">
    <vt:lpwstr>2052-12.1.0.17827</vt:lpwstr>
  </property>
</Properties>
</file>