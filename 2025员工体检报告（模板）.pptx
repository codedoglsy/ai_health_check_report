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5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en-US" altLang="zh-CN" dirty="0"/>
              <a:t>{{</a:t>
            </a:r>
            <a:r>
              <a:rPr lang="zh-CN" altLang="en-US" dirty="0"/>
              <a:t>姓名</a:t>
            </a:r>
            <a:r>
              <a:rPr lang="en-US" altLang="zh-CN" dirty="0"/>
              <a:t>}}</a:t>
            </a:r>
            <a:r>
              <a:rPr lang="zh-CN" altLang="en-US" dirty="0"/>
              <a:t>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{{</a:t>
            </a:r>
            <a:r>
              <a:rPr lang="zh-CN" altLang="en-US" dirty="0"/>
              <a:t>性别</a:t>
            </a:r>
            <a:r>
              <a:rPr lang="en-US" altLang="zh-CN" dirty="0"/>
              <a:t>}}</a:t>
            </a:r>
            <a:r>
              <a:rPr lang="zh-CN" altLang="en-US" dirty="0"/>
              <a:t> 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zh-CN" dirty="0"/>
              <a:t>{{</a:t>
            </a:r>
            <a:r>
              <a:rPr lang="zh-CN" altLang="en-US" dirty="0"/>
              <a:t>年龄</a:t>
            </a:r>
            <a:r>
              <a:rPr lang="en-US" altLang="zh-CN" dirty="0"/>
              <a:t>}}</a:t>
            </a:r>
            <a:r>
              <a:rPr lang="zh-CN" altLang="en-US" dirty="0"/>
              <a:t>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zh-CN" dirty="0"/>
              <a:t>{{</a:t>
            </a:r>
            <a:r>
              <a:rPr lang="zh-CN" altLang="en-US"/>
              <a:t>日期</a:t>
            </a:r>
            <a:r>
              <a:rPr lang="en-US" altLang="zh-CN"/>
              <a:t>}}</a:t>
            </a:r>
            <a:r>
              <a:rPr lang="zh-CN" altLang="en-US" dirty="0"/>
              <a:t>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}}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108</TotalTime>
  <Words>16</Words>
  <Application>Microsoft Office PowerPoint</Application>
  <PresentationFormat>A4 纸张(210x297 毫米)</PresentationFormat>
  <Paragraphs>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179</cp:revision>
  <cp:lastPrinted>2023-07-10T04:29:00Z</cp:lastPrinted>
  <dcterms:created xsi:type="dcterms:W3CDTF">2023-04-03T03:54:00Z</dcterms:created>
  <dcterms:modified xsi:type="dcterms:W3CDTF">2025-11-27T05:58:38Z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