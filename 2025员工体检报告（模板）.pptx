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366" r:id="rId2"/>
    <p:sldId id="362" r:id="rId3"/>
    <p:sldId id="361" r:id="rId4"/>
    <p:sldId id="365" r:id="rId5"/>
    <p:sldId id="290" r:id="rId6"/>
    <p:sldId id="364" r:id="rId7"/>
    <p:sldId id="282" r:id="rId8"/>
  </p:sldIdLst>
  <p:sldSz cx="6858000" cy="9906000" type="A4"/>
  <p:notesSz cx="6797675" cy="9928225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159" userDrawn="1">
          <p15:clr>
            <a:srgbClr val="A4A3A4"/>
          </p15:clr>
        </p15:guide>
        <p15:guide id="2" orient="horz" pos="30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C"/>
    <a:srgbClr val="FFC101"/>
    <a:srgbClr val="A1CCE7"/>
    <a:srgbClr val="F18735"/>
    <a:srgbClr val="EAA930"/>
    <a:srgbClr val="F19DC1"/>
    <a:srgbClr val="0069B7"/>
    <a:srgbClr val="002F7B"/>
    <a:srgbClr val="FAEDF0"/>
    <a:srgbClr val="6DB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 autoAdjust="0"/>
    <p:restoredTop sz="94674"/>
  </p:normalViewPr>
  <p:slideViewPr>
    <p:cSldViewPr snapToGrid="0" showGuides="1">
      <p:cViewPr varScale="1">
        <p:scale>
          <a:sx n="75" d="100"/>
          <a:sy n="75" d="100"/>
        </p:scale>
        <p:origin x="3384" y="54"/>
      </p:cViewPr>
      <p:guideLst>
        <p:guide pos="2159"/>
        <p:guide orient="horz" pos="30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4F749-1A8B-2A4A-9EFC-B5FDB292ED71}" type="datetimeFigureOut">
              <a:rPr kumimoji="1" lang="zh-CN" altLang="en-US" smtClean="0"/>
              <a:t>2025/12/1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77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5B12D-0BB8-3942-9D43-62B1E9F6F28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>
            <a:extLst>
              <a:ext uri="{FF2B5EF4-FFF2-40B4-BE49-F238E27FC236}">
                <a16:creationId xmlns:a16="http://schemas.microsoft.com/office/drawing/2014/main" id="{DBF01F40-D69F-F00F-6878-15CA357C0D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CF6B545-EE5B-FF45-6AC8-1C234F7F4E7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>
            <a:extLst>
              <a:ext uri="{FF2B5EF4-FFF2-40B4-BE49-F238E27FC236}">
                <a16:creationId xmlns:a16="http://schemas.microsoft.com/office/drawing/2014/main" id="{D8A1F880-0BD6-3002-CAB6-2F35CFDDD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27AC29-A6B4-C302-D20B-91E944C352CB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>
            <a:extLst>
              <a:ext uri="{FF2B5EF4-FFF2-40B4-BE49-F238E27FC236}">
                <a16:creationId xmlns:a16="http://schemas.microsoft.com/office/drawing/2014/main" id="{8A22FCD9-46F3-8992-1A51-7014211588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268413" cy="4603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en-US" altLang="zh-CN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InBody</a:t>
            </a: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A9915455-8530-07A9-CFCC-A0593D1182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288939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>
            <a:extLst>
              <a:ext uri="{FF2B5EF4-FFF2-40B4-BE49-F238E27FC236}">
                <a16:creationId xmlns:a16="http://schemas.microsoft.com/office/drawing/2014/main" id="{DBF01F40-D69F-F00F-6878-15CA357C0D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CF6B545-EE5B-FF45-6AC8-1C234F7F4E7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>
            <a:extLst>
              <a:ext uri="{FF2B5EF4-FFF2-40B4-BE49-F238E27FC236}">
                <a16:creationId xmlns:a16="http://schemas.microsoft.com/office/drawing/2014/main" id="{D8A1F880-0BD6-3002-CAB6-2F35CFDDD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27AC29-A6B4-C302-D20B-91E944C352CB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>
            <a:extLst>
              <a:ext uri="{FF2B5EF4-FFF2-40B4-BE49-F238E27FC236}">
                <a16:creationId xmlns:a16="http://schemas.microsoft.com/office/drawing/2014/main" id="{8A22FCD9-46F3-8992-1A51-7014211588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107996" cy="46166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  <a:endParaRPr lang="en-US" altLang="zh-CN" sz="2400" b="1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A9915455-8530-07A9-CFCC-A0593D1182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980354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7">
            <a:extLst>
              <a:ext uri="{FF2B5EF4-FFF2-40B4-BE49-F238E27FC236}">
                <a16:creationId xmlns:a16="http://schemas.microsoft.com/office/drawing/2014/main" id="{A4B67AAB-93BB-B91A-538E-B436AE0388D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42B78E45-5C74-C930-1471-9279918B0C9E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5" name="图形 22">
            <a:extLst>
              <a:ext uri="{FF2B5EF4-FFF2-40B4-BE49-F238E27FC236}">
                <a16:creationId xmlns:a16="http://schemas.microsoft.com/office/drawing/2014/main" id="{0A3FCE47-9128-813A-5127-9DCD1ACA28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8436D5D-6B73-6D6C-20AB-30EB98AED6EC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0EB032-109C-1995-2FBD-333F2C27F36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</a:p>
        </p:txBody>
      </p:sp>
      <p:pic>
        <p:nvPicPr>
          <p:cNvPr id="8" name="图形 6">
            <a:extLst>
              <a:ext uri="{FF2B5EF4-FFF2-40B4-BE49-F238E27FC236}">
                <a16:creationId xmlns:a16="http://schemas.microsoft.com/office/drawing/2014/main" id="{2E40203C-814C-561D-6057-8059D204F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12153" y="976313"/>
            <a:ext cx="5729416" cy="82359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316321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7BE0DE5-F292-5912-95EA-4C77F9B575E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形 22">
            <a:extLst>
              <a:ext uri="{FF2B5EF4-FFF2-40B4-BE49-F238E27FC236}">
                <a16:creationId xmlns:a16="http://schemas.microsoft.com/office/drawing/2014/main" id="{057A900A-7B3C-3D9C-916F-F89B994616A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7554D514-A098-3596-F986-E1B2CD6C863D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870C49-8D33-3618-24B6-6A33EF1853C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</a:p>
        </p:txBody>
      </p:sp>
      <p:pic>
        <p:nvPicPr>
          <p:cNvPr id="7" name="图形 5">
            <a:extLst>
              <a:ext uri="{FF2B5EF4-FFF2-40B4-BE49-F238E27FC236}">
                <a16:creationId xmlns:a16="http://schemas.microsoft.com/office/drawing/2014/main" id="{4DBF4969-57BE-9942-7F16-1B272C701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占位符 23"/>
          <p:cNvSpPr>
            <a:spLocks noGrp="1"/>
          </p:cNvSpPr>
          <p:nvPr>
            <p:ph type="body" sz="quarter" idx="14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66578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BFB49FA-27CD-64F4-2B08-CAD3BFD38A36}"/>
              </a:ext>
            </a:extLst>
          </p:cNvPr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片 4">
            <a:extLst>
              <a:ext uri="{FF2B5EF4-FFF2-40B4-BE49-F238E27FC236}">
                <a16:creationId xmlns:a16="http://schemas.microsoft.com/office/drawing/2014/main" id="{4ECBBF78-68FA-1029-10C0-8BB2DB3193D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25" y="8169275"/>
            <a:ext cx="1987550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5">
            <a:extLst>
              <a:ext uri="{FF2B5EF4-FFF2-40B4-BE49-F238E27FC236}">
                <a16:creationId xmlns:a16="http://schemas.microsoft.com/office/drawing/2014/main" id="{CDB0E3B5-8EC5-B139-739F-F2C52B9DAD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8275" y="3721100"/>
            <a:ext cx="1441450" cy="144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1">
            <a:extLst>
              <a:ext uri="{FF2B5EF4-FFF2-40B4-BE49-F238E27FC236}">
                <a16:creationId xmlns:a16="http://schemas.microsoft.com/office/drawing/2014/main" id="{E6743D99-1DB3-1C68-7E4C-3848999231B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720975" y="5162550"/>
            <a:ext cx="1416050" cy="8302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lang="en-US" altLang="zh-CN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</a:p>
        </p:txBody>
      </p:sp>
    </p:spTree>
    <p:extLst>
      <p:ext uri="{BB962C8B-B14F-4D97-AF65-F5344CB8AC3E}">
        <p14:creationId xmlns:p14="http://schemas.microsoft.com/office/powerpoint/2010/main" val="1787679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  <a:t>2025/12/1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8" r:id="rId3"/>
    <p:sldLayoutId id="2147483665" r:id="rId4"/>
    <p:sldLayoutId id="2147483666" r:id="rId5"/>
    <p:sldLayoutId id="2147483667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CCD9C174-AF61-C73D-910D-BB56F8CAC3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姓名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4AE69BD-BFA0-19C8-B4B6-7AA9E342B0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性别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045E096-E423-A0C2-1BBF-F496661F82B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zh-CN" altLang="en-US" dirty="0"/>
              <a:t>年龄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9A29FFA-8F56-CCF5-7133-7EF239489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CN" altLang="en-US" dirty="0"/>
              <a:t>日期</a:t>
            </a:r>
          </a:p>
        </p:txBody>
      </p:sp>
    </p:spTree>
    <p:extLst>
      <p:ext uri="{BB962C8B-B14F-4D97-AF65-F5344CB8AC3E}">
        <p14:creationId xmlns:p14="http://schemas.microsoft.com/office/powerpoint/2010/main" val="3163204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91638A7-A900-5F57-EF11-D1784D23F3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AA5F0FD0-BFF0-D0BB-8237-C2E59F1316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3330CD5-38FF-6DCF-BBBC-EEC2F0ED820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2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255A46D3-6472-6F91-895A-FA24A935B4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E6F371A1-D3A8-1E56-6C94-B5D1AC0B14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850900"/>
            <a:ext cx="5543550" cy="8110538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 eaLnBrk="1" fontAlgn="auto" hangingPunct="1">
              <a:buFont typeface="Arial" panose="020B0604020202020204" pitchFamily="34" charset="0"/>
              <a:buNone/>
              <a:defRPr/>
            </a:pPr>
            <a:endParaRPr lang="zh-CN" altLang="en-US" sz="1400" noProof="1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Q3MWI0ZDQ2YTc0OWE4ZjMyZmU5NDk5YzZhOTc5Y2Q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TM04033919[[fn=电路]]</Template>
  <TotalTime>120</TotalTime>
  <Words>4</Words>
  <Application>Microsoft Office PowerPoint</Application>
  <PresentationFormat>A4 纸张(210x297 毫米)</PresentationFormat>
  <Paragraphs>4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等线</vt:lpstr>
      <vt:lpstr>等线</vt:lpstr>
      <vt:lpstr>等线 Light</vt:lpstr>
      <vt:lpstr>微软雅黑</vt:lpstr>
      <vt:lpstr>微软雅黑 Light</vt:lpstr>
      <vt:lpstr>Arial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mnengdi</dc:creator>
  <cp:lastModifiedBy>仕阳 刘</cp:lastModifiedBy>
  <cp:revision>194</cp:revision>
  <cp:lastPrinted>2023-07-10T04:29:00Z</cp:lastPrinted>
  <dcterms:created xsi:type="dcterms:W3CDTF">2023-04-03T03:54:00Z</dcterms:created>
  <dcterms:modified xsi:type="dcterms:W3CDTF">2025-12-01T10:29:33Z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12F8BF44691545DFB466E8B1A11C18F8_13</vt:lpwstr>
  </property>
  <property fmtid="{D5CDD505-2E9C-101B-9397-08002B2CF9AE}" pid="3" name="KSOProductBuildVer">
    <vt:lpwstr>2052-12.1.0.17827</vt:lpwstr>
  </property>
</Properties>
</file>