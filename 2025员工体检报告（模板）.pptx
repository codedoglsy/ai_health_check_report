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17"/>
  </p:notesMasterIdLst>
  <p:sldIdLst>
    <p:sldId id="311" r:id="rId4"/>
    <p:sldId id="352" r:id="rId5"/>
    <p:sldId id="357" r:id="rId6"/>
    <p:sldId id="285" r:id="rId7"/>
    <p:sldId id="355" r:id="rId8"/>
    <p:sldId id="358" r:id="rId9"/>
    <p:sldId id="351" r:id="rId10"/>
    <p:sldId id="354" r:id="rId11"/>
    <p:sldId id="359" r:id="rId12"/>
    <p:sldId id="360" r:id="rId13"/>
    <p:sldId id="290" r:id="rId14"/>
    <p:sldId id="353" r:id="rId15"/>
    <p:sldId id="282" r:id="rId16"/>
  </p:sldIdLst>
  <p:sldSz cx="6858000" cy="9906000" type="A4"/>
  <p:notesSz cx="6797675" cy="9928225"/>
  <p:custDataLst>
    <p:tags r:id="rId1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38" autoAdjust="0"/>
    <p:restoredTop sz="94674"/>
  </p:normalViewPr>
  <p:slideViewPr>
    <p:cSldViewPr snapToGrid="0" showGuides="1">
      <p:cViewPr varScale="1">
        <p:scale>
          <a:sx n="70" d="100"/>
          <a:sy n="70" d="100"/>
        </p:scale>
        <p:origin x="3282" y="48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gs" Target="tags/tag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2025/11/26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 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7CAF2-AEB5-4F50-8E2D-B4F0B19E7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9268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B17E-F43A-EFEC-777E-8B30F487A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32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8681-CE66-0034-0EEB-4385A8067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448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9CC-54C7-ED66-75CC-65EF0C14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319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E782D-EF40-9C78-3D4F-301CA179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5790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6C1A4-3E35-C8A2-1720-7967E982E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3992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215C-EB28-1092-5C33-690CD3DE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2871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6FC60-566F-BEB2-A678-E301F919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28E9D0C4-714C-BF4D-3AEC-DCBF70A7C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57092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107</TotalTime>
  <Words>1</Words>
  <Application>Microsoft Office PowerPoint</Application>
  <PresentationFormat>A4 纸张(210x297 毫米)</PresentationFormat>
  <Paragraphs>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爱嘉 慈</cp:lastModifiedBy>
  <cp:revision>178</cp:revision>
  <cp:lastPrinted>2023-07-10T04:29:00Z</cp:lastPrinted>
  <dcterms:created xsi:type="dcterms:W3CDTF">2023-04-03T03:54:00Z</dcterms:created>
  <dcterms:modified xsi:type="dcterms:W3CDTF">2025-11-26T08:05:32Z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