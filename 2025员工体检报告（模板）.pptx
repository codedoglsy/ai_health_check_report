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10"/>
  </p:notesMasterIdLst>
  <p:sldIdLst>
    <p:sldId id="311" r:id="rId3"/>
    <p:sldId id="362" r:id="rId4"/>
    <p:sldId id="361" r:id="rId5"/>
    <p:sldId id="363" r:id="rId6"/>
    <p:sldId id="290" r:id="rId7"/>
    <p:sldId id="364" r:id="rId8"/>
    <p:sldId id="282" r:id="rId9"/>
  </p:sldIdLst>
  <p:sldSz cx="6858000" cy="9906000" type="A4"/>
  <p:notesSz cx="6797675" cy="9928225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59" userDrawn="1">
          <p15:clr>
            <a:srgbClr val="A4A3A4"/>
          </p15:clr>
        </p15:guide>
        <p15:guide id="2" orient="horz" pos="30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7C"/>
    <a:srgbClr val="FFC101"/>
    <a:srgbClr val="A1CCE7"/>
    <a:srgbClr val="F18735"/>
    <a:srgbClr val="EAA930"/>
    <a:srgbClr val="F19DC1"/>
    <a:srgbClr val="0069B7"/>
    <a:srgbClr val="002F7B"/>
    <a:srgbClr val="FAEDF0"/>
    <a:srgbClr val="6DB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8" autoAdjust="0"/>
    <p:restoredTop sz="94674"/>
  </p:normalViewPr>
  <p:slideViewPr>
    <p:cSldViewPr snapToGrid="0" showGuides="1">
      <p:cViewPr varScale="1">
        <p:scale>
          <a:sx n="75" d="100"/>
          <a:sy n="75" d="100"/>
        </p:scale>
        <p:origin x="3384" y="84"/>
      </p:cViewPr>
      <p:guideLst>
        <p:guide pos="2159"/>
        <p:guide orient="horz" pos="30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4F749-1A8B-2A4A-9EFC-B5FDB292ED71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5B12D-0BB8-3942-9D43-62B1E9F6F2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FFC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4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 userDrawn="1"/>
        </p:nvSpPr>
        <p:spPr>
          <a:xfrm>
            <a:off x="1162756" y="5850466"/>
            <a:ext cx="4526844" cy="261902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733536" y="63792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733536" y="69968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733536" y="761213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635844" y="6748560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635844" y="7366222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2635844" y="798146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2635844" y="631993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2635844" y="6925221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2635844" y="755431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00" y="771883"/>
            <a:ext cx="1885950" cy="540173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075" y="3711153"/>
            <a:ext cx="3087525" cy="38594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641073" y="2338776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0" i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</a:p>
        </p:txBody>
      </p:sp>
      <p:cxnSp>
        <p:nvCxnSpPr>
          <p:cNvPr id="8" name="直线连接符 7"/>
          <p:cNvCxnSpPr/>
          <p:nvPr userDrawn="1"/>
        </p:nvCxnSpPr>
        <p:spPr>
          <a:xfrm>
            <a:off x="1733536" y="3505481"/>
            <a:ext cx="33322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>
            <a:extLst>
              <a:ext uri="{FF2B5EF4-FFF2-40B4-BE49-F238E27FC236}">
                <a16:creationId xmlns:a16="http://schemas.microsoft.com/office/drawing/2014/main" id="{DBF01F40-D69F-F00F-6878-15CA357C0D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CF6B545-EE5B-FF45-6AC8-1C234F7F4E73}"/>
              </a:ext>
            </a:extLst>
          </p:cNvPr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>
            <a:extLst>
              <a:ext uri="{FF2B5EF4-FFF2-40B4-BE49-F238E27FC236}">
                <a16:creationId xmlns:a16="http://schemas.microsoft.com/office/drawing/2014/main" id="{D8A1F880-0BD6-3002-CAB6-2F35CFDDD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F27AC29-A6B4-C302-D20B-91E944C352CB}"/>
              </a:ext>
            </a:extLst>
          </p:cNvPr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8A22FCD9-46F3-8992-1A51-7014211588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A9915455-8530-07A9-CFCC-A0593D118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88939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>
            <a:extLst>
              <a:ext uri="{FF2B5EF4-FFF2-40B4-BE49-F238E27FC236}">
                <a16:creationId xmlns:a16="http://schemas.microsoft.com/office/drawing/2014/main" id="{A4B67AAB-93BB-B91A-538E-B436AE0388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2B78E45-5C74-C930-1471-9279918B0C9E}"/>
              </a:ext>
            </a:extLst>
          </p:cNvPr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>
            <a:extLst>
              <a:ext uri="{FF2B5EF4-FFF2-40B4-BE49-F238E27FC236}">
                <a16:creationId xmlns:a16="http://schemas.microsoft.com/office/drawing/2014/main" id="{0A3FCE47-9128-813A-5127-9DCD1ACA28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8436D5D-6B73-6D6C-20AB-30EB98AED6EC}"/>
              </a:ext>
            </a:extLst>
          </p:cNvPr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0EB032-109C-1995-2FBD-333F2C27F3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</a:p>
        </p:txBody>
      </p:sp>
      <p:pic>
        <p:nvPicPr>
          <p:cNvPr id="8" name="图形 6">
            <a:extLst>
              <a:ext uri="{FF2B5EF4-FFF2-40B4-BE49-F238E27FC236}">
                <a16:creationId xmlns:a16="http://schemas.microsoft.com/office/drawing/2014/main" id="{2E40203C-814C-561D-6057-8059D204F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716692" y="5525423"/>
            <a:ext cx="5729416" cy="36868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  <p:sp>
        <p:nvSpPr>
          <p:cNvPr id="2" name="图片占位符 9"/>
          <p:cNvSpPr>
            <a:spLocks noGrp="1"/>
          </p:cNvSpPr>
          <p:nvPr>
            <p:ph type="pic" sz="quarter" idx="11"/>
          </p:nvPr>
        </p:nvSpPr>
        <p:spPr>
          <a:xfrm>
            <a:off x="716692" y="1296818"/>
            <a:ext cx="5729416" cy="38085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316321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BE0DE5-F292-5912-95EA-4C77F9B575E3}"/>
              </a:ext>
            </a:extLst>
          </p:cNvPr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>
            <a:extLst>
              <a:ext uri="{FF2B5EF4-FFF2-40B4-BE49-F238E27FC236}">
                <a16:creationId xmlns:a16="http://schemas.microsoft.com/office/drawing/2014/main" id="{057A900A-7B3C-3D9C-916F-F89B99461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554D514-A098-3596-F986-E1B2CD6C863D}"/>
              </a:ext>
            </a:extLst>
          </p:cNvPr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870C49-8D33-3618-24B6-6A33EF1853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</a:p>
        </p:txBody>
      </p:sp>
      <p:pic>
        <p:nvPicPr>
          <p:cNvPr id="7" name="图形 5">
            <a:extLst>
              <a:ext uri="{FF2B5EF4-FFF2-40B4-BE49-F238E27FC236}">
                <a16:creationId xmlns:a16="http://schemas.microsoft.com/office/drawing/2014/main" id="{4DBF4969-57BE-9942-7F16-1B272C701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657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FB49FA-27CD-64F4-2B08-CAD3BFD38A36}"/>
              </a:ext>
            </a:extLst>
          </p:cNvPr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>
            <a:extLst>
              <a:ext uri="{FF2B5EF4-FFF2-40B4-BE49-F238E27FC236}">
                <a16:creationId xmlns:a16="http://schemas.microsoft.com/office/drawing/2014/main" id="{4ECBBF78-68FA-1029-10C0-8BB2DB3193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>
            <a:extLst>
              <a:ext uri="{FF2B5EF4-FFF2-40B4-BE49-F238E27FC236}">
                <a16:creationId xmlns:a16="http://schemas.microsoft.com/office/drawing/2014/main" id="{CDB0E3B5-8EC5-B139-739F-F2C52B9DAD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>
            <a:extLst>
              <a:ext uri="{FF2B5EF4-FFF2-40B4-BE49-F238E27FC236}">
                <a16:creationId xmlns:a16="http://schemas.microsoft.com/office/drawing/2014/main" id="{E6743D99-1DB3-1C68-7E4C-3848999231B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</a:p>
        </p:txBody>
      </p:sp>
    </p:spTree>
    <p:extLst>
      <p:ext uri="{BB962C8B-B14F-4D97-AF65-F5344CB8AC3E}">
        <p14:creationId xmlns:p14="http://schemas.microsoft.com/office/powerpoint/2010/main" val="178767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838"/>
            <a:ext cx="2881312" cy="62849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05200" y="2636838"/>
            <a:ext cx="2881313" cy="62849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075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3075" y="2428875"/>
            <a:ext cx="2900363" cy="11890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075" y="3617913"/>
            <a:ext cx="2900363" cy="5322887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8875"/>
            <a:ext cx="2916237" cy="11890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913"/>
            <a:ext cx="2916237" cy="5322887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CAF26E60-0005-794A-A2AC-CFCEB36E1E25}" type="datetimeFigureOut">
              <a:rPr kumimoji="1" lang="zh-CN" altLang="en-US" smtClean="0"/>
              <a:t>2025/11/29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41BC3309-D252-D54C-A325-6BD28843C8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5" r:id="rId4"/>
    <p:sldLayoutId id="2147483666" r:id="rId5"/>
    <p:sldLayoutId id="214748366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210331" y="6787486"/>
            <a:ext cx="2291756" cy="488471"/>
          </a:xfrm>
        </p:spPr>
        <p:txBody>
          <a:bodyPr/>
          <a:lstStyle/>
          <a:p>
            <a:r>
              <a:rPr lang="zh-CN" altLang="en-US" dirty="0"/>
              <a:t>姓名 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性别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/>
              <a:t> 年龄 </a:t>
            </a:r>
            <a:endParaRPr kumimoji="1"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/>
              <a:t>日期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90863C2-ABAA-B42A-E0AC-D071CBCA1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3" y="937631"/>
            <a:ext cx="6220693" cy="83355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EA775A-4A15-767E-DB81-69A4BDBD5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3" y="950331"/>
            <a:ext cx="6220693" cy="8335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5CE722-2F19-12C4-091F-C009FA0D8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3" y="963031"/>
            <a:ext cx="6220693" cy="8335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99A94E-49FC-0F1E-8F84-358797E25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3" y="950331"/>
            <a:ext cx="6220693" cy="8335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6F371A1-D3A8-1E56-6C94-B5D1AC0B14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7225" y="850900"/>
            <a:ext cx="5543550" cy="8110538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Q3MWI0ZDQ2YTc0OWE4ZjMyZmU5NDk5YzZhOTc5Y2Q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TM04033919[[fn=电路]]</Template>
  <TotalTime>111</TotalTime>
  <Words>6</Words>
  <Application>Microsoft Office PowerPoint</Application>
  <PresentationFormat>A4 纸张(210x297 毫米)</PresentationFormat>
  <Paragraphs>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等线</vt:lpstr>
      <vt:lpstr>等线 Light</vt:lpstr>
      <vt:lpstr>微软雅黑</vt:lpstr>
      <vt:lpstr>微软雅黑 Light</vt:lpstr>
      <vt:lpstr>Arial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mnengdi</dc:creator>
  <cp:lastModifiedBy>仕阳 刘</cp:lastModifiedBy>
  <cp:revision>188</cp:revision>
  <cp:lastPrinted>2023-07-10T04:29:00Z</cp:lastPrinted>
  <dcterms:created xsi:type="dcterms:W3CDTF">2023-04-03T03:54:00Z</dcterms:created>
  <dcterms:modified xsi:type="dcterms:W3CDTF">2025-11-29T12:41:38Z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12F8BF44691545DFB466E8B1A11C18F8_13</vt:lpwstr>
  </property>
  <property fmtid="{D5CDD505-2E9C-101B-9397-08002B2CF9AE}" pid="3" name="KSOProductBuildVer">
    <vt:lpwstr>2052-12.1.0.17827</vt:lpwstr>
  </property>
</Properties>
</file>